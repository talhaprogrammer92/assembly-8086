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A1F9-5401-2FF6-643D-1439F6C72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B63D5-D947-CD27-DD14-66BD46179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AEFB8-56B4-B4AD-39BB-15AFD67B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409E4-17AF-51F0-B6DC-F298DB0B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80D0D-4E1F-D65E-FCE7-7335AE95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6DB2-0CD9-AE65-8B2A-705CFE07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74B4-D38E-29F2-96D5-3570B5859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20543-72C7-B005-A655-59459D3D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0EF0B-2ACC-B351-B4AB-A656ACE9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08D85-4A5C-E5BC-2281-DC4585DB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0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1181-FFAE-1B9A-2665-6105CCAB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3A014-928F-EEDF-FEFC-1A012C93F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6931-4142-4AE1-669E-A563EAA8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0C3E-06DC-97E2-8580-4D34952C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2D529-898E-A53F-0B04-3FECA862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9586-1B5C-6A59-D60B-062DDC2C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6739D-7B73-D2F6-EFD4-71032FAA4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635BE-DB52-5399-6E3D-389B8B9E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8BAB2-F977-8B98-63E3-DE440A547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6E956-B4E4-7D95-19B5-C47B2906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3488-9A50-29CF-2A58-C3127ABF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7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10E1-47AB-AAC9-A5F5-5CB3928A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572FD-B861-4EC3-F299-2E0520CED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1AA30-C9DE-D14C-12EA-33FEA3BE7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C03A7-A836-D25F-B741-4D5F99D16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8EACD-A0BA-9F15-36AE-CB5AB6E89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2F1D6-42B2-3B8E-44D2-C204EEB67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60719A-8FE6-DEF2-6DAC-7CEFEC8F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72EC1-DC42-E4A9-09A6-4C472926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6A06-8ACE-F092-A391-070C9AE6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BE302-7934-CCF9-4652-71EF7B99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07055-791B-D6BC-69A9-A277B50C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76273-BFB5-9A27-822F-08E59E60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8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D642E-F8D7-5C03-3B5F-1EB0F6FC6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1192E-CDA0-AC05-E3B0-5A03128F6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541C6-82B5-8522-6377-0960BF3E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2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99AB-77B2-0C7B-C1EF-3E925D022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BFB6A-A4AB-B059-5BE1-D8C1CD316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EB98C-A1FB-AA12-DD40-30A35CBEE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096C8-0402-ACC9-E27C-3B3D92CB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3EE12-2A0E-C6D3-B3B2-F79D8A5D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00F8E-0D98-CFEB-077A-20C319DE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8A4A-6D23-14C1-8885-65B7B4EE7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D551C-0646-B3AE-6519-D84F1F6A57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EE709-9C2C-754C-EA4E-41E229D91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2941C-952B-27BB-1701-7B7DA89E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8D7C5-03A7-8C36-147B-67EC1B86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411E3-8BD5-1914-54BE-E2FE6335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F874-08F0-C277-F70E-5A93AB3C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A2A42-5353-9EB2-12E8-6FCB42191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2B124-DB45-4705-703A-F12B54DC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6B9E1-BE2B-A595-9E47-FD0F12EA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8641-2BED-5015-F77A-8EEAF6B6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65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464A94-257C-40B7-BEAE-6F02AF2F8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38221-FBD4-DF60-1641-833F6E52F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79B9F-53CE-786B-BFEF-70561405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8BE0C-3188-FB0A-94AA-B5DFC6D1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B6ECE-3B72-9AEB-2074-3A7C6A49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8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A4740-B86C-D378-F743-6DF9F47C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298AB-E819-D451-EC0A-6F1CC1717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D8F24-FEF1-4374-2D04-0B2872500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94686-284D-4211-8A78-D8DF610B073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FEF41-C012-FA50-0C7A-FF43CD5B6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FA50A-96F0-01DC-A646-3898D2701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08C67-4E64-4A26-A8B7-87C562D04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2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F8F90-8C55-EDB8-738F-ECFD6B87C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6E0A35-C3E3-6E10-95A2-6AD4C286953E}"/>
              </a:ext>
            </a:extLst>
          </p:cNvPr>
          <p:cNvSpPr txBox="1"/>
          <p:nvPr/>
        </p:nvSpPr>
        <p:spPr>
          <a:xfrm>
            <a:off x="809469" y="616087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DE50A-F561-765E-381B-913B799A52BC}"/>
              </a:ext>
            </a:extLst>
          </p:cNvPr>
          <p:cNvSpPr txBox="1"/>
          <p:nvPr/>
        </p:nvSpPr>
        <p:spPr>
          <a:xfrm>
            <a:off x="2161082" y="616087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25B2F-FF02-A4DD-5271-81196D64D2D5}"/>
              </a:ext>
            </a:extLst>
          </p:cNvPr>
          <p:cNvSpPr txBox="1"/>
          <p:nvPr/>
        </p:nvSpPr>
        <p:spPr>
          <a:xfrm>
            <a:off x="3512695" y="6160878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77039-B7AD-DFBC-D336-8B24077B6F37}"/>
              </a:ext>
            </a:extLst>
          </p:cNvPr>
          <p:cNvSpPr txBox="1"/>
          <p:nvPr/>
        </p:nvSpPr>
        <p:spPr>
          <a:xfrm>
            <a:off x="4970488" y="616087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8CBA6-021C-DBBD-521F-B80318547335}"/>
              </a:ext>
            </a:extLst>
          </p:cNvPr>
          <p:cNvSpPr txBox="1"/>
          <p:nvPr/>
        </p:nvSpPr>
        <p:spPr>
          <a:xfrm>
            <a:off x="6322101" y="616087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9C3315-929A-4CAE-1EA3-1CFCAB4DDD72}"/>
              </a:ext>
            </a:extLst>
          </p:cNvPr>
          <p:cNvSpPr txBox="1"/>
          <p:nvPr/>
        </p:nvSpPr>
        <p:spPr>
          <a:xfrm>
            <a:off x="7793636" y="6175947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3427D6-1BA3-CE1E-AD49-8637C42034B4}"/>
              </a:ext>
            </a:extLst>
          </p:cNvPr>
          <p:cNvSpPr txBox="1"/>
          <p:nvPr/>
        </p:nvSpPr>
        <p:spPr>
          <a:xfrm>
            <a:off x="9145249" y="6160877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2854F-87A7-92BA-F5B8-78945B855CF2}"/>
              </a:ext>
            </a:extLst>
          </p:cNvPr>
          <p:cNvSpPr txBox="1"/>
          <p:nvPr/>
        </p:nvSpPr>
        <p:spPr>
          <a:xfrm>
            <a:off x="10603042" y="617594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5ECB2F-108B-704A-F29B-431E2FD6DCD3}"/>
              </a:ext>
            </a:extLst>
          </p:cNvPr>
          <p:cNvSpPr txBox="1"/>
          <p:nvPr/>
        </p:nvSpPr>
        <p:spPr>
          <a:xfrm>
            <a:off x="809469" y="526396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5BD635-82DA-2613-4E10-49E04D28E5E4}"/>
              </a:ext>
            </a:extLst>
          </p:cNvPr>
          <p:cNvSpPr txBox="1"/>
          <p:nvPr/>
        </p:nvSpPr>
        <p:spPr>
          <a:xfrm>
            <a:off x="2161082" y="526396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B8144-8899-8923-EA1B-4AE307884199}"/>
              </a:ext>
            </a:extLst>
          </p:cNvPr>
          <p:cNvSpPr txBox="1"/>
          <p:nvPr/>
        </p:nvSpPr>
        <p:spPr>
          <a:xfrm>
            <a:off x="3512695" y="5263966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BCD7F-BD82-6494-637D-1C725C0E8409}"/>
              </a:ext>
            </a:extLst>
          </p:cNvPr>
          <p:cNvSpPr txBox="1"/>
          <p:nvPr/>
        </p:nvSpPr>
        <p:spPr>
          <a:xfrm>
            <a:off x="4970488" y="526396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57502C-4D82-0EC4-7290-AE8A3443D298}"/>
              </a:ext>
            </a:extLst>
          </p:cNvPr>
          <p:cNvSpPr txBox="1"/>
          <p:nvPr/>
        </p:nvSpPr>
        <p:spPr>
          <a:xfrm>
            <a:off x="6322101" y="526396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1D6DC-9A5C-7C37-92DA-4336EF8A8E84}"/>
              </a:ext>
            </a:extLst>
          </p:cNvPr>
          <p:cNvSpPr txBox="1"/>
          <p:nvPr/>
        </p:nvSpPr>
        <p:spPr>
          <a:xfrm>
            <a:off x="7793636" y="5279035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7C9B6-5033-F8B6-2789-A58D0564F84B}"/>
              </a:ext>
            </a:extLst>
          </p:cNvPr>
          <p:cNvSpPr txBox="1"/>
          <p:nvPr/>
        </p:nvSpPr>
        <p:spPr>
          <a:xfrm>
            <a:off x="9145249" y="5263965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77E9A5-BBF3-B8BC-49E2-A2855D83BC82}"/>
              </a:ext>
            </a:extLst>
          </p:cNvPr>
          <p:cNvSpPr txBox="1"/>
          <p:nvPr/>
        </p:nvSpPr>
        <p:spPr>
          <a:xfrm>
            <a:off x="10603042" y="5279034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28C0C-85B6-66F7-3C32-F536955B6A5C}"/>
              </a:ext>
            </a:extLst>
          </p:cNvPr>
          <p:cNvSpPr txBox="1"/>
          <p:nvPr/>
        </p:nvSpPr>
        <p:spPr>
          <a:xfrm>
            <a:off x="809469" y="4367054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34D216-FB28-AC4E-83D8-904E50911DDA}"/>
              </a:ext>
            </a:extLst>
          </p:cNvPr>
          <p:cNvSpPr txBox="1"/>
          <p:nvPr/>
        </p:nvSpPr>
        <p:spPr>
          <a:xfrm>
            <a:off x="2161082" y="4367054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B98FDD-FB72-4368-616B-54DDC4B3C52E}"/>
              </a:ext>
            </a:extLst>
          </p:cNvPr>
          <p:cNvSpPr txBox="1"/>
          <p:nvPr/>
        </p:nvSpPr>
        <p:spPr>
          <a:xfrm>
            <a:off x="3512695" y="4367054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E78797-90BD-0FF2-4132-18C70BEDE7AB}"/>
              </a:ext>
            </a:extLst>
          </p:cNvPr>
          <p:cNvSpPr txBox="1"/>
          <p:nvPr/>
        </p:nvSpPr>
        <p:spPr>
          <a:xfrm>
            <a:off x="4970488" y="4367054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19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17F4E6-943A-DA21-DD71-8F0647F7A575}"/>
              </a:ext>
            </a:extLst>
          </p:cNvPr>
          <p:cNvSpPr txBox="1"/>
          <p:nvPr/>
        </p:nvSpPr>
        <p:spPr>
          <a:xfrm>
            <a:off x="6322101" y="4367054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7A8F89-C0CB-F71B-1A7C-DA3B727E71D4}"/>
              </a:ext>
            </a:extLst>
          </p:cNvPr>
          <p:cNvSpPr txBox="1"/>
          <p:nvPr/>
        </p:nvSpPr>
        <p:spPr>
          <a:xfrm>
            <a:off x="7793636" y="4382123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5ACD77-968C-0906-6C66-4868BA7DE49B}"/>
              </a:ext>
            </a:extLst>
          </p:cNvPr>
          <p:cNvSpPr txBox="1"/>
          <p:nvPr/>
        </p:nvSpPr>
        <p:spPr>
          <a:xfrm>
            <a:off x="9145249" y="4367053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BCFD4E-52F1-9F04-9279-51F305E53D58}"/>
              </a:ext>
            </a:extLst>
          </p:cNvPr>
          <p:cNvSpPr txBox="1"/>
          <p:nvPr/>
        </p:nvSpPr>
        <p:spPr>
          <a:xfrm>
            <a:off x="10603042" y="4382122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28743-B7DD-8368-22C3-8BBA54BF3A58}"/>
              </a:ext>
            </a:extLst>
          </p:cNvPr>
          <p:cNvSpPr txBox="1"/>
          <p:nvPr/>
        </p:nvSpPr>
        <p:spPr>
          <a:xfrm>
            <a:off x="809469" y="3470142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EFE21B-5B76-9852-FA12-D7349B252BCC}"/>
              </a:ext>
            </a:extLst>
          </p:cNvPr>
          <p:cNvSpPr txBox="1"/>
          <p:nvPr/>
        </p:nvSpPr>
        <p:spPr>
          <a:xfrm>
            <a:off x="2161082" y="3470142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2581E8-E09C-1021-A095-CB4F7332DB0A}"/>
              </a:ext>
            </a:extLst>
          </p:cNvPr>
          <p:cNvSpPr txBox="1"/>
          <p:nvPr/>
        </p:nvSpPr>
        <p:spPr>
          <a:xfrm>
            <a:off x="3512695" y="3470142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96E463-10DE-8E29-C22B-99B8FC5AEB71}"/>
              </a:ext>
            </a:extLst>
          </p:cNvPr>
          <p:cNvSpPr txBox="1"/>
          <p:nvPr/>
        </p:nvSpPr>
        <p:spPr>
          <a:xfrm>
            <a:off x="4970488" y="3470142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F20CB7-01AD-3A64-378E-EF2CAB003F80}"/>
              </a:ext>
            </a:extLst>
          </p:cNvPr>
          <p:cNvSpPr txBox="1"/>
          <p:nvPr/>
        </p:nvSpPr>
        <p:spPr>
          <a:xfrm>
            <a:off x="6322101" y="3470142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840C41-B6A2-8388-87B0-DA2AE1F052D0}"/>
              </a:ext>
            </a:extLst>
          </p:cNvPr>
          <p:cNvSpPr txBox="1"/>
          <p:nvPr/>
        </p:nvSpPr>
        <p:spPr>
          <a:xfrm>
            <a:off x="7793636" y="3485211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29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581203-EF07-4D7A-1E62-A3BD846AEF8B}"/>
              </a:ext>
            </a:extLst>
          </p:cNvPr>
          <p:cNvSpPr txBox="1"/>
          <p:nvPr/>
        </p:nvSpPr>
        <p:spPr>
          <a:xfrm>
            <a:off x="9145249" y="3470141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F5162D-ABC9-831B-A44C-545771DC973D}"/>
              </a:ext>
            </a:extLst>
          </p:cNvPr>
          <p:cNvSpPr txBox="1"/>
          <p:nvPr/>
        </p:nvSpPr>
        <p:spPr>
          <a:xfrm>
            <a:off x="10603042" y="348521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31B9C1-0342-1EB9-1226-31C1B13AAA0D}"/>
              </a:ext>
            </a:extLst>
          </p:cNvPr>
          <p:cNvSpPr txBox="1"/>
          <p:nvPr/>
        </p:nvSpPr>
        <p:spPr>
          <a:xfrm>
            <a:off x="809469" y="257323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052208-13AA-8434-CB4C-92C19774730D}"/>
              </a:ext>
            </a:extLst>
          </p:cNvPr>
          <p:cNvSpPr txBox="1"/>
          <p:nvPr/>
        </p:nvSpPr>
        <p:spPr>
          <a:xfrm>
            <a:off x="2161082" y="257323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35F070-FE7A-219C-C13D-752FF3509975}"/>
              </a:ext>
            </a:extLst>
          </p:cNvPr>
          <p:cNvSpPr txBox="1"/>
          <p:nvPr/>
        </p:nvSpPr>
        <p:spPr>
          <a:xfrm>
            <a:off x="3512695" y="2573230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765314-049D-29E7-0FB8-1A1B0B2667A2}"/>
              </a:ext>
            </a:extLst>
          </p:cNvPr>
          <p:cNvSpPr txBox="1"/>
          <p:nvPr/>
        </p:nvSpPr>
        <p:spPr>
          <a:xfrm>
            <a:off x="4970488" y="257323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9582D-83AE-C5D0-42D2-B29A95A70FD2}"/>
              </a:ext>
            </a:extLst>
          </p:cNvPr>
          <p:cNvSpPr txBox="1"/>
          <p:nvPr/>
        </p:nvSpPr>
        <p:spPr>
          <a:xfrm>
            <a:off x="6322101" y="257323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75A1E1-D29B-5762-D43F-6229A0EE139A}"/>
              </a:ext>
            </a:extLst>
          </p:cNvPr>
          <p:cNvSpPr txBox="1"/>
          <p:nvPr/>
        </p:nvSpPr>
        <p:spPr>
          <a:xfrm>
            <a:off x="7793636" y="2588299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4A0799-8B56-BB52-87D5-469F492EA0B7}"/>
              </a:ext>
            </a:extLst>
          </p:cNvPr>
          <p:cNvSpPr txBox="1"/>
          <p:nvPr/>
        </p:nvSpPr>
        <p:spPr>
          <a:xfrm>
            <a:off x="9145249" y="2573229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D0D56B-9108-B898-7C06-EA69E13CB60E}"/>
              </a:ext>
            </a:extLst>
          </p:cNvPr>
          <p:cNvSpPr txBox="1"/>
          <p:nvPr/>
        </p:nvSpPr>
        <p:spPr>
          <a:xfrm>
            <a:off x="10603042" y="258829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39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F41E65-2A8E-E28F-64E4-AB92DBFF6D1E}"/>
              </a:ext>
            </a:extLst>
          </p:cNvPr>
          <p:cNvSpPr txBox="1"/>
          <p:nvPr/>
        </p:nvSpPr>
        <p:spPr>
          <a:xfrm>
            <a:off x="809469" y="167631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DFD061-87CE-4183-1540-55A353AB3EB1}"/>
              </a:ext>
            </a:extLst>
          </p:cNvPr>
          <p:cNvSpPr txBox="1"/>
          <p:nvPr/>
        </p:nvSpPr>
        <p:spPr>
          <a:xfrm>
            <a:off x="2161082" y="167631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C33A22-4DAA-59B6-34FA-CDBFDCBC7E8B}"/>
              </a:ext>
            </a:extLst>
          </p:cNvPr>
          <p:cNvSpPr txBox="1"/>
          <p:nvPr/>
        </p:nvSpPr>
        <p:spPr>
          <a:xfrm>
            <a:off x="3512695" y="1676318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42CAA5-7852-C66E-E143-C8842C274600}"/>
              </a:ext>
            </a:extLst>
          </p:cNvPr>
          <p:cNvSpPr txBox="1"/>
          <p:nvPr/>
        </p:nvSpPr>
        <p:spPr>
          <a:xfrm>
            <a:off x="4970488" y="167631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B2AD74-D414-B1A7-B8AE-32255C78C3DA}"/>
              </a:ext>
            </a:extLst>
          </p:cNvPr>
          <p:cNvSpPr txBox="1"/>
          <p:nvPr/>
        </p:nvSpPr>
        <p:spPr>
          <a:xfrm>
            <a:off x="6322101" y="167631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6A1BCA-7864-E0F7-234B-A63AD6BBC558}"/>
              </a:ext>
            </a:extLst>
          </p:cNvPr>
          <p:cNvSpPr txBox="1"/>
          <p:nvPr/>
        </p:nvSpPr>
        <p:spPr>
          <a:xfrm>
            <a:off x="7793636" y="1691387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EF38C8-7203-5BCD-679C-6C6D33445B31}"/>
              </a:ext>
            </a:extLst>
          </p:cNvPr>
          <p:cNvSpPr txBox="1"/>
          <p:nvPr/>
        </p:nvSpPr>
        <p:spPr>
          <a:xfrm>
            <a:off x="9145249" y="1676317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33EAC0-D5A8-1067-521E-19F7E34EA016}"/>
              </a:ext>
            </a:extLst>
          </p:cNvPr>
          <p:cNvSpPr txBox="1"/>
          <p:nvPr/>
        </p:nvSpPr>
        <p:spPr>
          <a:xfrm>
            <a:off x="10603042" y="169138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094D07-7831-40B5-FAE6-3F5207159212}"/>
              </a:ext>
            </a:extLst>
          </p:cNvPr>
          <p:cNvSpPr txBox="1"/>
          <p:nvPr/>
        </p:nvSpPr>
        <p:spPr>
          <a:xfrm>
            <a:off x="809469" y="87574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844B42-D268-81B8-6E20-0089E708993E}"/>
              </a:ext>
            </a:extLst>
          </p:cNvPr>
          <p:cNvSpPr txBox="1"/>
          <p:nvPr/>
        </p:nvSpPr>
        <p:spPr>
          <a:xfrm>
            <a:off x="2161082" y="87574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49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94253A-6978-2A43-B34F-F3C19E82C7A3}"/>
              </a:ext>
            </a:extLst>
          </p:cNvPr>
          <p:cNvSpPr txBox="1"/>
          <p:nvPr/>
        </p:nvSpPr>
        <p:spPr>
          <a:xfrm>
            <a:off x="3512695" y="875748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AAD633-FE1B-A5C0-DD5F-22254B01CF05}"/>
              </a:ext>
            </a:extLst>
          </p:cNvPr>
          <p:cNvSpPr txBox="1"/>
          <p:nvPr/>
        </p:nvSpPr>
        <p:spPr>
          <a:xfrm>
            <a:off x="4970488" y="87574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139B774-82C5-C5D6-09A9-6FA2C69EF678}"/>
              </a:ext>
            </a:extLst>
          </p:cNvPr>
          <p:cNvSpPr txBox="1"/>
          <p:nvPr/>
        </p:nvSpPr>
        <p:spPr>
          <a:xfrm>
            <a:off x="6322101" y="87574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DAE172-8A8B-D49E-4882-CC6811DA5FCC}"/>
              </a:ext>
            </a:extLst>
          </p:cNvPr>
          <p:cNvSpPr txBox="1"/>
          <p:nvPr/>
        </p:nvSpPr>
        <p:spPr>
          <a:xfrm>
            <a:off x="7793636" y="890817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7346D8-4ACC-795D-0C9C-9CFAF2BC8E5B}"/>
              </a:ext>
            </a:extLst>
          </p:cNvPr>
          <p:cNvSpPr txBox="1"/>
          <p:nvPr/>
        </p:nvSpPr>
        <p:spPr>
          <a:xfrm>
            <a:off x="9145249" y="875747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605B0B-EBD1-6694-2709-B4A23F832595}"/>
              </a:ext>
            </a:extLst>
          </p:cNvPr>
          <p:cNvSpPr txBox="1"/>
          <p:nvPr/>
        </p:nvSpPr>
        <p:spPr>
          <a:xfrm>
            <a:off x="10603042" y="890816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7F2D5B-252D-11B8-E000-E8E87C452359}"/>
              </a:ext>
            </a:extLst>
          </p:cNvPr>
          <p:cNvSpPr txBox="1"/>
          <p:nvPr/>
        </p:nvSpPr>
        <p:spPr>
          <a:xfrm>
            <a:off x="809469" y="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DE3B5A-6C8B-009F-08B0-E2F6D2AA6DFF}"/>
              </a:ext>
            </a:extLst>
          </p:cNvPr>
          <p:cNvSpPr txBox="1"/>
          <p:nvPr/>
        </p:nvSpPr>
        <p:spPr>
          <a:xfrm>
            <a:off x="2161082" y="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41110F-7E72-D1DE-6996-F7D2ABBAC447}"/>
              </a:ext>
            </a:extLst>
          </p:cNvPr>
          <p:cNvSpPr txBox="1"/>
          <p:nvPr/>
        </p:nvSpPr>
        <p:spPr>
          <a:xfrm>
            <a:off x="3512695" y="0"/>
            <a:ext cx="7957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030566-1408-DC30-C449-68DBE5706052}"/>
              </a:ext>
            </a:extLst>
          </p:cNvPr>
          <p:cNvSpPr txBox="1"/>
          <p:nvPr/>
        </p:nvSpPr>
        <p:spPr>
          <a:xfrm>
            <a:off x="4970488" y="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D4933F-E497-5BA4-99AF-65B8AAA2CCA9}"/>
              </a:ext>
            </a:extLst>
          </p:cNvPr>
          <p:cNvSpPr txBox="1"/>
          <p:nvPr/>
        </p:nvSpPr>
        <p:spPr>
          <a:xfrm>
            <a:off x="6322101" y="0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60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485CE9-487A-9A61-FC23-5E87ADE605D0}"/>
              </a:ext>
            </a:extLst>
          </p:cNvPr>
          <p:cNvSpPr txBox="1"/>
          <p:nvPr/>
        </p:nvSpPr>
        <p:spPr>
          <a:xfrm>
            <a:off x="7793636" y="15069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61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A14CCC-83DC-CAA1-E74D-87903B631D59}"/>
              </a:ext>
            </a:extLst>
          </p:cNvPr>
          <p:cNvSpPr txBox="1"/>
          <p:nvPr/>
        </p:nvSpPr>
        <p:spPr>
          <a:xfrm>
            <a:off x="9145249" y="-1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62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63BDE7-FDF6-59AD-8707-D3883EF65280}"/>
              </a:ext>
            </a:extLst>
          </p:cNvPr>
          <p:cNvSpPr txBox="1"/>
          <p:nvPr/>
        </p:nvSpPr>
        <p:spPr>
          <a:xfrm>
            <a:off x="10603042" y="15068"/>
            <a:ext cx="6895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2396310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64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Talha Ahmad</dc:creator>
  <cp:lastModifiedBy>115491@gcslahore.edu.pk</cp:lastModifiedBy>
  <cp:revision>9</cp:revision>
  <dcterms:created xsi:type="dcterms:W3CDTF">2026-04-22T04:14:28Z</dcterms:created>
  <dcterms:modified xsi:type="dcterms:W3CDTF">2026-05-15T04:35:37Z</dcterms:modified>
</cp:coreProperties>
</file>